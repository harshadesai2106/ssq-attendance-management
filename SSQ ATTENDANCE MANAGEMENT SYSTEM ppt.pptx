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96AE2-B0CF-B203-C45C-43F7764AD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49BB0-64CD-D35C-97EC-BB0A6AD18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7B5D1-A77A-C069-A551-6BE5DF6BA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4BCE-2613-43AB-A165-333EE473C731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53605-D5C3-C516-773A-3ABC45064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0B278-3A8F-56EA-B7BC-D6FA99F0F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761FD-2FE8-4637-9872-FE7C9A04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254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7FDF2-8C0B-E528-5142-8D9BF0DC8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8522C-A93B-1BC5-CB24-14FA60F55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3F4E2-234E-AA2A-E834-671DB2B7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4BCE-2613-43AB-A165-333EE473C731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B655F-17B2-54D7-FCC0-83B426FC6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C16F1-8A69-7DE2-A6CE-58FE51C8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761FD-2FE8-4637-9872-FE7C9A04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30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CE4E-2540-A07C-AACD-1B75B0D9F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6838C-762E-242A-42E8-3413A4C61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0ABF0-2D19-AC04-45F5-36C56A796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4BCE-2613-43AB-A165-333EE473C731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3AE17-2780-8359-C2BC-6AEFC40BA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F57E1-E02F-F28A-5EB0-E3CEA004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761FD-2FE8-4637-9872-FE7C9A04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45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C6889-49CA-C9D0-F60E-B4194FB0B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8D324-C1FF-BC83-CAE0-BE55D3099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10E81-F192-1932-172F-A192D99CC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B079D-3183-AE3E-9B4B-E978F772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4BCE-2613-43AB-A165-333EE473C731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91FB7-7B48-ACA1-72AE-B3BBB6BD7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56FF8-5BFB-63E1-7737-8C721C00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761FD-2FE8-4637-9872-FE7C9A04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3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6F448-2871-F952-21CD-44726860D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EDA68-6DC8-44FC-1BB3-92C2CE89E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DE977-D5C2-8D82-73F8-C762DEA2B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267678-DEC2-3E3A-9FD6-D66E11FC6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E82E96-060C-D500-AB2F-7C35557D0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60A789-3D39-79A6-8080-9663A7FBB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4BCE-2613-43AB-A165-333EE473C731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1C196-C626-C8F9-B616-CEA2CBAA9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167DF8-8799-2397-482B-0CB1D6CD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761FD-2FE8-4637-9872-FE7C9A04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19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44156-14D6-4DE4-71C0-DDFECBA16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25FB6A-3002-F225-13C2-1E9ABE1B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4BCE-2613-43AB-A165-333EE473C731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F6E55-6389-7AF3-9CB1-05CE8DC36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6E2C9-27FC-8FA9-8DA6-83FDED8B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761FD-2FE8-4637-9872-FE7C9A04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22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A31812-4998-D8CF-5091-26505D060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4BCE-2613-43AB-A165-333EE473C731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EEED45-6568-00F2-697C-9D07A18E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C0E9C-A97C-1474-5D80-7B500EA3F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761FD-2FE8-4637-9872-FE7C9A04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76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32230-750E-5D77-5CC0-EF74A8FF5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2EBE4-68C4-1853-0251-1A57C1DFB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102E2-E67E-EFDB-E080-C281DCA37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E280C-C38F-AE1A-5990-99CD56AD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4BCE-2613-43AB-A165-333EE473C731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FE1AD-07DF-ECF0-7047-75999455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32C65-9598-DB9A-5835-AFA12D076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761FD-2FE8-4637-9872-FE7C9A04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64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ACBFE-E0E5-130A-944D-600E99826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B90A9D-2735-0F27-E311-5E55DD151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EC323-C6C9-81CF-98C4-FCDCE69C8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AB612-2DAD-E7DF-3CB0-09AD96DA4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4BCE-2613-43AB-A165-333EE473C731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04421-5E3C-FD41-F0E4-76E68457D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015BA-643C-6B23-C7BE-7ACC18BB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761FD-2FE8-4637-9872-FE7C9A04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27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099E2-0F45-F3C7-F5D0-2DAEF73EF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916EA-77E2-23CC-0F20-1256D15FD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74E65-A95F-4231-8352-78C80E8FB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4BCE-2613-43AB-A165-333EE473C731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665A8-81B2-43B7-F604-4D2C95BC3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1C336-3479-1EC2-7CBF-A73953296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761FD-2FE8-4637-9872-FE7C9A04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57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F69CB6-C7AF-0456-5775-18AC79123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1D73A4-C0E7-4E73-D469-6D8DB9552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2BA37-F9A9-E4AB-6E5E-2369DF22C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4BCE-2613-43AB-A165-333EE473C731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73003-FCC5-B64B-92A5-2DD0BFF02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66685-0A0A-E719-28A7-C7241992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761FD-2FE8-4637-9872-FE7C9A04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71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6563B0-2F75-4214-677C-FD4EF9768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93E86-B34F-0EAB-3E17-A9EFA3199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FC9AC-97FB-D7BB-9EA6-BA2EB0102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A4BCE-2613-43AB-A165-333EE473C731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DC196-4F4F-7646-24EA-BC886154A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AD474-7E52-8CD6-8934-7718BF9CB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761FD-2FE8-4637-9872-FE7C9A04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3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336BA-8503-EA96-B2A5-136428B81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965915" cy="16557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SSQ ATTENDANCE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8470B-4FFD-9839-5B6A-E365CFEBE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92521"/>
            <a:ext cx="9469348" cy="3102796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Analysis &amp; Interactive Dashboard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SSQ Infra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PostgreSQL | SQL | Power BI | DAX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Harsha S Desai</a:t>
            </a:r>
          </a:p>
        </p:txBody>
      </p:sp>
    </p:spTree>
    <p:extLst>
      <p:ext uri="{BB962C8B-B14F-4D97-AF65-F5344CB8AC3E}">
        <p14:creationId xmlns:p14="http://schemas.microsoft.com/office/powerpoint/2010/main" val="127759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5C067-BA05-1270-406B-7CE1760FE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338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95DD79-A0D0-C0A5-58CC-CE09E73101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68512"/>
            <a:ext cx="1028871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Attendance data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500 records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analyzed.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contains employee, team, project, circle, date, check-in/out, GPS and attendance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 &amp; SQL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used for data storage, validation and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 &amp; DAX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used to build the interactive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attendance monitoring, exception identification and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139B5E-F585-6CE0-A7CF-973B937A2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122" y="2543976"/>
            <a:ext cx="7381646" cy="415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05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7DC37-DDDE-62CD-5D31-976725CA1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&amp; EXCEPTIONS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72797C-79C4-8710-F8AD-FEA2A7830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7285" y="1438382"/>
            <a:ext cx="9249858" cy="520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85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8A8DA-0A94-6203-3CAC-6163CA8FD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ATTENDANCE KPIs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B0819F-3938-7C58-3A10-7C2658CA3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3043" y="1478290"/>
            <a:ext cx="8348757" cy="46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55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DD1A30-D32B-4BD9-A5D5-1CE3E8151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120" y="87723"/>
            <a:ext cx="10515600" cy="80612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EB07AB-A033-7602-CAD4-225EDE868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120" y="819627"/>
            <a:ext cx="10181757" cy="576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8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68A7F-7AE4-EE79-1756-F96ABA0E1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948" y="365125"/>
            <a:ext cx="10418852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7D31D-D638-52F9-F1EF-F44203B02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672"/>
            <a:ext cx="10515600" cy="461529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Power BI Dashboard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status distribution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Team-wise attendance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Project-wise attendance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Circle-wise attendance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attendance trends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Employee-level attendance details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monitoring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| Team | Project | Status | Date | Month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Drill-through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Employee-level detailed attendance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020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59DF3-033A-FC40-811B-A861FA362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21872D-A76A-D335-72C4-9E7A409EED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8472"/>
            <a:ext cx="9836649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attendance records were analyzed.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310 records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marked Present.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Attendance Percentage: 62.00%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38 records each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recorded as Absent, Leave, Half Day, Weekly Off and Holiday.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 records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had missing check-out times.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 login and early logout exceptions were identified.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Attendance variations were analyzed across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employees, teams, projects and circles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 data was analyzed for attendance correction tracking </a:t>
            </a:r>
          </a:p>
        </p:txBody>
      </p:sp>
    </p:spTree>
    <p:extLst>
      <p:ext uri="{BB962C8B-B14F-4D97-AF65-F5344CB8AC3E}">
        <p14:creationId xmlns:p14="http://schemas.microsoft.com/office/powerpoint/2010/main" val="2453437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33F0F-245F-6050-F4D3-D3362203E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89869-03E2-4139-6379-4B55B29E8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106"/>
            <a:ext cx="10515600" cy="5147353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late login and early logout exceptions regularly.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up on missing check-out records.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pending attendance regularizations.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team, project and circle-level analysis for better monitoring.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using the Power BI dashboard for attendance tracking.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SSQ Attendance Management System provides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and interactive approach to attendance analysis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supports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and analysis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Power BI provides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visualization, filtering and employee-level insights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353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81CB3-B117-FCAA-37DC-A80A72AA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91" y="2389134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03237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SSQ ATTENDANCE MANAGEMENT SYSTEM</vt:lpstr>
      <vt:lpstr>PROJECT OVERVIEW</vt:lpstr>
      <vt:lpstr>DATA VALIDATION &amp; EXCEPTIONS</vt:lpstr>
      <vt:lpstr>KEY ATTENDANCE KPIs</vt:lpstr>
      <vt:lpstr>POWER BI DASHBOARD</vt:lpstr>
      <vt:lpstr>POWER BI DASHBOARD </vt:lpstr>
      <vt:lpstr>KEY FINDINGS</vt:lpstr>
      <vt:lpstr>RECOMMENDATIONS &amp;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S Desai</dc:creator>
  <cp:lastModifiedBy>Harsha S Desai</cp:lastModifiedBy>
  <cp:revision>1</cp:revision>
  <dcterms:created xsi:type="dcterms:W3CDTF">2026-09-23T04:53:05Z</dcterms:created>
  <dcterms:modified xsi:type="dcterms:W3CDTF">2026-09-23T04:53:14Z</dcterms:modified>
</cp:coreProperties>
</file>